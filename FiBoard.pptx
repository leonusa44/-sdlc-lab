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Ideation, Storyboard &amp; DFV-Analyse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Zielgruppe: Anleger</a:t>
            </a:r>
          </a:p>
          <a:p>
            <a:r>
              <a:t>- Problem: Verteilte Finanzinfos</a:t>
            </a:r>
          </a:p>
          <a:p>
            <a:r>
              <a:t>- Lösung: P2P-Finanz-Dashboard</a:t>
            </a:r>
          </a:p>
          <a:p>
            <a:r>
              <a:t>- USP: Peer-Vergleich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Datenquellen verbinden</a:t>
            </a:r>
          </a:p>
          <a:p>
            <a:r>
              <a:t>2. Dashboard anzeigen</a:t>
            </a:r>
          </a:p>
          <a:p>
            <a:r>
              <a:t>3. Peer-Insights</a:t>
            </a:r>
          </a:p>
          <a:p>
            <a:r>
              <a:t>4. Alerts erhalten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DFV-Analyse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Design: Moderne Grafiken</a:t>
            </a:r>
          </a:p>
          <a:p>
            <a:r>
              <a:rPr lang="de-DE" dirty="0"/>
              <a:t>Machbarkeit: APIs notwendig</a:t>
            </a:r>
          </a:p>
          <a:p>
            <a:r>
              <a:rPr lang="de-DE" dirty="0"/>
              <a:t>Nutzen: Abo oder Premium-Funktionen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Bildschirmpräsentation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FiBoard</vt:lpstr>
      <vt:lpstr>Ideation</vt:lpstr>
      <vt:lpstr>Storyboard</vt:lpstr>
      <vt:lpstr>DFV-Analyse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FiBoard</dc:title>
  <dc:subject/>
  <dc:creator/>
  <cp:keywords/>
  <dc:description>generated using python-pptx</dc:description>
  <cp:lastModifiedBy>Pascal Schweighofer</cp:lastModifiedBy>
  <cp:revision>2</cp:revision>
  <dcterms:created xsi:type="dcterms:W3CDTF">2013-01-27T09:14:16Z</dcterms:created>
  <dcterms:modified xsi:type="dcterms:W3CDTF">2025-12-15T13:35:32Z</dcterms:modified>
  <cp:category/>
</cp:coreProperties>
</file>