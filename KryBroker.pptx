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KryBroker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Ideation, Storyboard &amp; DFV-Analyse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ist das?</a:t>
            </a:r>
          </a:p>
          <a:p>
            <a:r>
              <a:rPr lang="de-DE" dirty="0"/>
              <a:t>Ein Krypto-Broker ohne zentrale Kontrolle.</a:t>
            </a:r>
          </a:p>
          <a:p>
            <a:r>
              <a:rPr lang="de-DE" dirty="0"/>
              <a:t>Für wen? Erfahrene Krypto-Nutzer.</a:t>
            </a:r>
          </a:p>
          <a:p>
            <a:r>
              <a:rPr lang="de-DE" dirty="0"/>
              <a:t>Problem: Zentrale Börsen sind unsicher.</a:t>
            </a:r>
          </a:p>
          <a:p>
            <a:r>
              <a:rPr lang="de-DE" dirty="0"/>
              <a:t>Lösung: Nutzer behalten ihre eigenen </a:t>
            </a:r>
            <a:r>
              <a:rPr lang="de-DE" dirty="0" err="1"/>
              <a:t>Wallets</a:t>
            </a:r>
            <a:r>
              <a:rPr lang="de-DE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1 Nutzer verbindet </a:t>
            </a:r>
            <a:r>
              <a:rPr lang="de-DE" dirty="0" err="1"/>
              <a:t>Wallets</a:t>
            </a:r>
            <a:endParaRPr lang="de-DE" dirty="0"/>
          </a:p>
          <a:p>
            <a:r>
              <a:rPr lang="de-DE" dirty="0"/>
              <a:t>2 Sieht alle </a:t>
            </a:r>
            <a:r>
              <a:rPr lang="de-DE" dirty="0" err="1"/>
              <a:t>Coins</a:t>
            </a:r>
            <a:r>
              <a:rPr lang="de-DE" dirty="0"/>
              <a:t> gesammelt</a:t>
            </a:r>
          </a:p>
          <a:p>
            <a:r>
              <a:rPr lang="de-DE" dirty="0"/>
              <a:t>3 Handelt direkt über Smart </a:t>
            </a:r>
            <a:r>
              <a:rPr lang="de-DE" dirty="0" err="1"/>
              <a:t>Contracts</a:t>
            </a:r>
            <a:endParaRPr lang="de-DE" dirty="0"/>
          </a:p>
          <a:p>
            <a:r>
              <a:rPr lang="de-DE" dirty="0"/>
              <a:t>4 Überwacht Gebühren &amp; Risiken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DFV-Analyse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Design: Fokus auf Sicherheit</a:t>
            </a:r>
          </a:p>
          <a:p>
            <a:r>
              <a:rPr lang="de-DE" dirty="0"/>
              <a:t>Machbarkeit: Technisch anspruchsvoll</a:t>
            </a:r>
          </a:p>
          <a:p>
            <a:r>
              <a:rPr lang="de-DE" dirty="0"/>
              <a:t>Nutzen: Gebühren pro Trade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Bildschirmpräsentation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KryBroker</vt:lpstr>
      <vt:lpstr>Ideation</vt:lpstr>
      <vt:lpstr>Storyboard</vt:lpstr>
      <vt:lpstr>DFV-Analyse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KryBroker</dc:title>
  <dc:subject/>
  <dc:creator/>
  <cp:keywords/>
  <dc:description>generated using python-pptx</dc:description>
  <cp:lastModifiedBy>Pascal Schweighofer</cp:lastModifiedBy>
  <cp:revision>3</cp:revision>
  <dcterms:created xsi:type="dcterms:W3CDTF">2013-01-27T09:14:16Z</dcterms:created>
  <dcterms:modified xsi:type="dcterms:W3CDTF">2025-12-15T13:35:29Z</dcterms:modified>
  <cp:category/>
</cp:coreProperties>
</file>