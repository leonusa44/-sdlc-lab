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MainShop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Ideation, Storyboard &amp; DFV-Analyse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- Zielgruppe: Forschungsinstitute &amp; Hardware-Engineers</a:t>
            </a:r>
          </a:p>
          <a:p>
            <a:r>
              <a:rPr lang="de-AT" dirty="0"/>
              <a:t>- Problem: Schwer zugängliche Quanten-PC-Komponenten</a:t>
            </a:r>
          </a:p>
          <a:p>
            <a:r>
              <a:rPr lang="de-AT" dirty="0"/>
              <a:t>- Lösung: Spezial-Online-Shop</a:t>
            </a:r>
          </a:p>
          <a:p>
            <a:r>
              <a:rPr lang="de-AT" dirty="0"/>
              <a:t>- USP: Kompatibilitätschecks &amp; Datenblätter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Suche nach Komponente</a:t>
            </a:r>
          </a:p>
          <a:p>
            <a:r>
              <a:t>2. Filter nach Qubit/Hersteller</a:t>
            </a:r>
          </a:p>
          <a:p>
            <a:r>
              <a:t>3. Vergleich technischer Specs</a:t>
            </a:r>
          </a:p>
          <a:p>
            <a:r>
              <a:t>4. Kauf &amp; Download Docs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DFV-Analyse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Design: Übersichtlich, technisch</a:t>
            </a:r>
          </a:p>
          <a:p>
            <a:r>
              <a:rPr lang="de-DE" dirty="0"/>
              <a:t>Machbarkeit: Einfacher Online-Shop</a:t>
            </a:r>
          </a:p>
          <a:p>
            <a:r>
              <a:rPr lang="de-DE" dirty="0"/>
              <a:t>Nutzen: Wenige Kunden, aber hohe Preise</a:t>
            </a:r>
            <a:endParaRPr lang="de-AT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</Words>
  <Application>Microsoft Office PowerPoint</Application>
  <PresentationFormat>Bildschirmpräsentation (4:3)</PresentationFormat>
  <Paragraphs>16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MainShop</vt:lpstr>
      <vt:lpstr>Ideation</vt:lpstr>
      <vt:lpstr>Storyboard</vt:lpstr>
      <vt:lpstr>DFV-Analyse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MainShop</dc:title>
  <dc:subject/>
  <dc:creator/>
  <cp:keywords/>
  <dc:description>generated using python-pptx</dc:description>
  <cp:lastModifiedBy>Pascal Schweighofer</cp:lastModifiedBy>
  <cp:revision>2</cp:revision>
  <dcterms:created xsi:type="dcterms:W3CDTF">2013-01-27T09:14:16Z</dcterms:created>
  <dcterms:modified xsi:type="dcterms:W3CDTF">2025-12-15T13:35:35Z</dcterms:modified>
  <cp:category/>
</cp:coreProperties>
</file>